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การตรวจจับกลางคืนโลกจริง, CLRNet-ResNet18 (F1@50)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เทรนด้วย CULane เท่านั้น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Snow</c:v>
                  </c:pt>
                  <c:pt idx="1">
                    <c:v>Rain</c:v>
                  </c:pt>
                  <c:pt idx="2">
                    <c:v>Fog</c:v>
                  </c:pt>
                  <c:pt idx="3">
                    <c:v>Night</c:v>
                  </c:pt>
                  <c:pt idx="4">
                    <c:v>Dusk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35.41</c:v>
                </c:pt>
                <c:pt idx="1">
                  <c:v>74.78</c:v>
                </c:pt>
                <c:pt idx="2">
                  <c:v>50</c:v>
                </c:pt>
                <c:pt idx="3">
                  <c:v>22.47</c:v>
                </c:pt>
                <c:pt idx="4">
                  <c:v>20.77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เทรนด้วย HG-Lane augmentation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Snow</c:v>
                  </c:pt>
                  <c:pt idx="1">
                    <c:v>Rain</c:v>
                  </c:pt>
                  <c:pt idx="2">
                    <c:v>Fog</c:v>
                  </c:pt>
                  <c:pt idx="3">
                    <c:v>Night</c:v>
                  </c:pt>
                  <c:pt idx="4">
                    <c:v>Dusk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55.65</c:v>
                </c:pt>
                <c:pt idx="1">
                  <c:v>77.58</c:v>
                </c:pt>
                <c:pt idx="2">
                  <c:v>65.57</c:v>
                </c:pt>
                <c:pt idx="3">
                  <c:v>60.02</c:v>
                </c:pt>
                <c:pt idx="4">
                  <c:v>69.31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4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4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State the project's scope: an independent, rigorous evaluation of a lightweight enhancement pipeline for nighttime lane detection, and a comparison against two published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motivation: night driving degrades the visual cues detectors rely on. Enhancement is a tempting, low-cost fix. This project tests it rigorously.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detector (CLRNet-ResNet18), dataset (CULane), and the two-metric evaluation protocol used throughout: a fast proxy metric and the official metric with significance testing for final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4-step enhancement pipeline: rough pre-brighten, classical lane candidate detection, targeted re-enhancement, and a debug overlay used only for inspection. The photo shows a real debug-overlay frame — the fitted lane-candidate path used to place the enhancement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iterations, each fixing a failure mode found by manually inspecting the debug overlays: guardrail mistracking, then shadow/glare mistracking, then a sign-flipped gamma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enhancement versions score below the unenhanced baseline — and the most bug-free version (v3) scores worst of all. This points to a structural, not implementation,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critical audit: the original 500-image night test set was found to be 100% contained in the training set. A new, verified-clean 1,000-image held-out set was built to fix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enhancing only at test time, fine-tune the detector itself on enhanced training images, in two regimes: a short conservative run and an extended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internal proxy metric seemed to show a reversal after 3 epochs of fine-tuning, then flipped back at 8 epochs. Paired bootstrap testing shows none of this is statistically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official metric with significance testing: the original checkpoint shows real, significant harm (p≈0.002). Fine-tuning neutralizes this to insignificance — but enhancement never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representative cases: one where enhancement measurably degrades a perfect detection, and one that looks hard to a human but is detected perfectly either way — human and model difficulty don't always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project's F1 (93.04) looks much higher than CLRNet's own published Night result (75.11) — but they're measured on different test sets. This is a gap to verify, not a win to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HG-Lane's own baseline shows real-world night photos are far harder than CULane's official Night category — context for why this project's held-out score looks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honest limitations: proxy-metric fragility, leakage risk, held-out set representativeness, and small absolute effect sizes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headline takeaways, then the closing line: lightweight pixel-level enhancement is not a reliable substitute for learned, distribution-aware augmentation.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6675120"/>
            <a:ext cx="2377440" cy="-3749040"/>
          </a:xfrm>
          <a:prstGeom prst="line">
            <a:avLst/>
          </a:prstGeom>
          <a:noFill/>
          <a:ln w="38100">
            <a:solidFill>
              <a:srgbClr val="3A46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6675120"/>
            <a:ext cx="2377440" cy="-3749040"/>
          </a:xfrm>
          <a:prstGeom prst="line">
            <a:avLst/>
          </a:prstGeom>
          <a:noFill/>
          <a:ln w="38100">
            <a:solidFill>
              <a:srgbClr val="3A46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6611" y="6675120"/>
            <a:ext cx="18288" cy="-3749040"/>
          </a:xfrm>
          <a:prstGeom prst="line">
            <a:avLst/>
          </a:prstGeom>
          <a:noFill/>
          <a:ln w="25400">
            <a:solidFill>
              <a:srgbClr val="F2A93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การนำเสนอฉบับส่งจบโปรเจกต์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การตรวจจับเลนกลางคืน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Enhancement, Fine-Tuning และการเปรียบเทียบกับงานตีพิมพ์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กันยายน 2569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บทนำ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ทำไมเรื่องนี้ถึงสำคัญ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คอนทราสต์ต่ำ แสงจ้า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แสงไฟรถสวนและแสงสะท้อนจากถนนเปียก ลดทอนสัญญาณภาพที่ lane detector ต้องพึ่งพาตอนกลางคืน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603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ทางแก้ที่น่าสนใจ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ตัวภาพเอง แทนที่จะเทรนใหม่หรือออกแบบ detector ใหม่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4747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คำถามของโปรเจกต์นี้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enhancement น้ำหนักเบาช่วย CLRNet-ResNet18 บน CULane ได้จริงหรือไม่ — ทดสอบด้วยความรัดกุมจริง?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617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ยืนยันความถูกต้องของชุดทดสอบ  ·  Evaluation protocol แบบทางการ  ·  การทดสอบนัยสำคัญทางสถิติ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ระเบียบวิธี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Detector, ชุดข้อมูล และ Evaluation Protocol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CLRNet กับ backbone ResNet-18 [1]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ชุดข้อมูล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CULane benchmark [3] เฉพาะหมวดกลางคืน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667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การประเมิน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46888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F1@20px สำหรับ iterate เร็ว และ official IoU@0.5 metric + paired bootstrap significance testing (10,000 resamples) สำหรับผลสุดท้ายทุกรายการ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ระเบียบวิธี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Enhancement (4 ขั้นตอน)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860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Pre-brighten โซนหยาบ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80360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เพิ่มความสว่างแบบ gamma ในโซนถนนหยาบๆ ขอบนุ่ม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27248" y="2962656"/>
            <a:ext cx="237744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2860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ตรวจจับตัวเลือก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880360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+ HSV color threshold + Hough transform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61888" y="2962656"/>
            <a:ext cx="237744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2860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Re-enhance แบบเจาะจง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2880360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เพิ่มความสว่างแรงขึ้น (CLAHE+gamma) เฉพาะแถบรอบเลนที่ตรวจพบ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96528" y="2962656"/>
            <a:ext cx="237744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17152" y="22860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overlay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880360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ใช้ตรวจสอบด้วยตาเท่านั้น ไม่ใช้ต่อ</a:t>
            </a:r>
            <a:endParaRPr lang="en-US" sz="1150" dirty="0"/>
          </a:p>
        </p:txBody>
      </p:sp>
      <p:pic>
        <p:nvPicPr>
          <p:cNvPr id="27" name="Image 0" descr="/root/.claude/uploads/6d784172-18ee-5e80-8f2a-9bfa0d554879/86fee67b-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001" y="4434840"/>
            <a:ext cx="9405518" cy="169164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1378001" y="4434840"/>
            <a:ext cx="9405518" cy="1691640"/>
          </a:xfrm>
          <a:prstGeom prst="rect">
            <a:avLst/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 debug overlay จริงจากขั้นที่ 2–4: เส้นทางเลนที่ fit ได้ (จุดเขียว / เส้นแดง) ที่ใช้กำหนดตำแหน่งแถบ enhancement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ระเบียบวิธี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รุ่น วินิจฉัยจากการตรวจภาพ Debug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269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86000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Pre-brighten เต็มเฟรม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80360"/>
            <a:ext cx="3176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เส้นที่ตรวจพบเกาะราวกั้นแทนสีเลนจริง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72128" y="3145536"/>
            <a:ext cx="237744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32816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92752" y="2286000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จำกัดเฉพาะ ROI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492752" y="2880360"/>
            <a:ext cx="3176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ปัญหาราวกั้นยังอยู่ + อาการใหม่: ขอบเงา/แสงฟุ้ง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51648" y="3145536"/>
            <a:ext cx="237744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8596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85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2272" y="2286000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เข้มงวดขึ้น + แก้บั๊ก gamma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72272" y="2880360"/>
            <a:ext cx="3176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ต้องผ่านทั้ง Canny และสี ความสว่าง 42.7 → 112.4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ผลการทดลอง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 เพียงอย่างเดียวไม่เคยชนะ Baseline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ชุดภาพ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proxy F1@20px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baseline (ไม่ enhance)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0.9291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0.9085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0.9187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enhancement v1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0.9265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0.9038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0.9150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enhancement v2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0.9272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0.9056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0.9162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enhancement v3 (ถูกต้องที่สุด)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0.9227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0.8996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0.9110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ยิ่งทำ enhancement แม่นยำเท่าไหร่ ยิ่งดันภาพให้ห่างจาก distribution ที่ CLRNet ถูกเทรนมามากขึ้น — และยิ่งได้คะแนนแย่ลง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การค้นพบสำคัญ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ชุดทดสอบเดิมรั่ว 100%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5623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/ 500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363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ภาพทดสอบกลางคืนอยู่ในชุด train อยู่แล้วทั้งหมด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6916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การแก้ไข: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สร้างชุด held-out ใหม่ 1,000 ภาพจากรายการทดสอบทางการของ CULane ที่ยืนยันแล้วว่าสะอาด — ไม่ซ้ำกับ train เลย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80560" y="283464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BE4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2907792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2C2C"/>
                </a:solidFill>
              </a:rPr>
              <a:t>0.9187
</a:t>
            </a:r>
            <a:pPr algn="ctr" indent="0" marL="0">
              <a:buNone/>
            </a:pPr>
            <a:r>
              <a:rPr lang="en-US" sz="1050" dirty="0">
                <a:solidFill>
                  <a:srgbClr val="9B2C2C"/>
                </a:solidFill>
              </a:rPr>
              <a:t>baseline F1@20px, ชุดที่รั่ว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38160" y="283464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E4F3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2907792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6B3C"/>
                </a:solidFill>
              </a:rPr>
              <a:t>0.9004
</a:t>
            </a:r>
            <a:pPr algn="ctr" indent="0" marL="0">
              <a:buNone/>
            </a:pPr>
            <a:r>
              <a:rPr lang="en-US" sz="1050" dirty="0">
                <a:solidFill>
                  <a:srgbClr val="1E6B3C"/>
                </a:solidFill>
              </a:rPr>
              <a:t>baseline F1@20px, ชุดที่สะอาด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ระเบียบวิธี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ด้วยภาพที่ Enhance แล้ว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38528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รอบที่ 1 — สั้น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5059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epoch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lr 6e-5 (1/10 ของค่าเดิม)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1868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ตั้งค่าแบบสั้นและระมัดระวัง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19672" y="1938528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รอบที่ 2 — ขยาย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45059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 epoch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8346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lr 1e-4 (~1/6 ของค่าเดิม)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21868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ตรวจว่าผลขยายตามหรือไม่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526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ของ training ไม่เปลี่ยน — การ enhance ระดับพิกเซลไม่ได้ขยับตำแหน่งเลน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ผลการทดลอง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การกลับทิศทางที่ไม่ใช่ของจริง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Checkpoint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raw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enhanced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proxy F1@20px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เดิม (Original)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0.9004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0.8988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raw ชนะ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Fine-tuned (3 ep)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0.9019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0.9026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enhanced ชนะ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Fine-tuned_ext (8 ep)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0.9036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0.9027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raw ชนะ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1148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ทดสอบด้วย paired bootstrap: ผลต่างทั้งหมดนี้ไม่มีนัยสำคัญทางสถิติ การ “กลับทิศทาง” ที่ดูเหมือนเจอเป็นแค่ noise ไม่ใช่ผลจริง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ผลการทดลอง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Metric เล่าเรื่องที่ต่างออกไป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  <a:gridCol w="1737360"/>
                <a:gridCol w="173736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Checkpoint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raw F1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enhanced F1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Enhanced − Raw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มีนัยสำคัญ?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เดิม (Original)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0.9304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0.9267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−0.0036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มี, p ≈ 0.002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Fine-tuned (3 ep)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0.9284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0.9276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−0.0007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ไม่มี, p ≈ 0.489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Fine-tuned_ext (8 ep)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0.9303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0.9292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−0.0011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ไม่มี, p ≈ 0.334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ลบล้างผลเสียของ enhancement — แต่ไม่เคยกลับกลายเป็นผลดีที่พิสูจน์ได้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ผลการทดลอง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ผลที่วัดได้แสดงออกตรงไหนจริงๆ</a:t>
            </a:r>
            <a:endParaRPr lang="en-US" sz="2700" dirty="0"/>
          </a:p>
        </p:txBody>
      </p:sp>
      <p:pic>
        <p:nvPicPr>
          <p:cNvPr id="4" name="Image 0" descr="/root/.claude/uploads/6d784172-18ee-5e80-8f2a-9bfa0d554879/78141e49-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349240" cy="96209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81166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night_4067.jpg — checkpoint เดิม Enhancement ทำให้เสียเลนที่แมตช์ไป 1 เส้น (TP=4 → TP=3 และมีเลนหลอน 1 เส้น)</a:t>
            </a:r>
            <a:endParaRPr lang="en-US" sz="1150" dirty="0"/>
          </a:p>
        </p:txBody>
      </p:sp>
      <p:pic>
        <p:nvPicPr>
          <p:cNvPr id="6" name="Image 1" descr="/root/.claude/uploads/6d784172-18ee-5e80-8f2a-9bfa0d554879/241562b7-ima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349240" cy="96209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63640" y="2681166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night_4000.jpg — ดูยากด้วยสายตา แต่ทั้ง raw และ enhanced ตรวจจับครบทั้ง 4 เลนสมบูรณ์แบบ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48640" y="3796734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388817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มีแค่ 19 จาก 1,000 ภาพ (1.9%) ที่ต่างกันเลย — สัดส่วน 16:3 นี้คือตัวขับเคลื่อนผลเสียสุทธิที่มีนัยสำคัญ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อภิปราย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เทียบกับ CLRNet [1] — ช่องว่าง 18 จุดที่ต้องอธิบาย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572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แหล่งที่มา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ชุดทดสอบ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Night F1@50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CLRNet — published Table 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หมวด Night ของ CULane อย่างเป็นทางการ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75.11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โปรเจกต์นี้ — checkpoint เดิม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ชุด held-out ที่สร้างเอง (1,000 ภาพ)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93.04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023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ชุดทดสอบคนละชุด — นี่ไม่ใช่ชัยชนะแบบ apples-to-apples ต้องตรวจสอบโดยตรงกับหมวด Night อย่างเป็นทางการของ CULane ซึ่งยังไม่ได้ทำ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อภิปราย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เทียบกับ HG-Lane [2] — Night โลกจริงยากกว่ามาก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5836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60920" y="1691640"/>
            <a:ext cx="4251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CLRNet ที่เทรนด้วย CULane อย่างเดียวได้แค่ 22.47 บนภาพ night จริง — ต่ำกว่าทั้งหมวด Night อย่างเป็นทางการของ CLRNet (75.11) และคะแนนชุด held-out ของโปรเจกต์นี้ (93.04) มาก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360920" y="4206240"/>
            <a:ext cx="4251960" cy="1143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429768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น้ำหนักเบาไม่สามารถทดแทนการ augment แบบเรียนรู้ที่คำนึงถึง distribution ได้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อภิปราย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ข้อจำกัดและบทเรียนที่ได้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72100" cy="2148840"/>
          </a:xfrm>
          <a:prstGeom prst="roundRect">
            <a:avLst>
              <a:gd name="adj" fmla="val 3404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37944"/>
            <a:ext cx="44577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metric ซ่อนหรือกลับทิศทางผลจริงขนาดเล็กได้ — ต้องตรวจกับ official metric พร้อม significance testing เสมอ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0780" y="1691640"/>
            <a:ext cx="5372100" cy="2148840"/>
          </a:xfrm>
          <a:prstGeom prst="roundRect">
            <a:avLst>
              <a:gd name="adj" fmla="val 3404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1948" y="18928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194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26580" y="1837944"/>
            <a:ext cx="44577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ในชุดทดสอบเกิดง่ายมองข้ามง่าย — จับได้จากการเช็ค overlap ชื่อไฟล์เท่านั้น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72100" cy="2148840"/>
          </a:xfrm>
          <a:prstGeom prst="roundRect">
            <a:avLst>
              <a:gd name="adj" fmla="val 3404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3159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61104"/>
            <a:ext cx="44577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 held-out ที่สะอาดแล้วไม่ได้แปลว่าเป็นตัวแทนโดยอัตโนมัติ — F1 ของโปรเจกต์นี้สูงกว่า baseline Night ที่ตีพิมพ์มาก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0780" y="4114800"/>
            <a:ext cx="5372100" cy="2148840"/>
          </a:xfrm>
          <a:prstGeom prst="roundRect">
            <a:avLst>
              <a:gd name="adj" fmla="val 3404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1948" y="43159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1948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26580" y="4261104"/>
            <a:ext cx="44577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ผลของ enhancement ที่วัดได้เล็กกว่า 0.004 F1 ทุกจุด — ผลเล็กต้องใช้ความรัดกุม ไม่ใช่ตัวเลขดิบ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ประเด็นสำคัญที่ต้องจำ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323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0.002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313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ทำร้าย checkpoint เดิม (ก่อน fine-tune) อย่างมีนัยสำคัญ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816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65320" y="2148840"/>
            <a:ext cx="323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ลบล้าง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ไม่ใช่กลับทิศทาง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11040" y="3246120"/>
            <a:ext cx="313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ขจัดผลเสียได้ แต่ไม่เคยพิสูจน์ผลดีสุทธิ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768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4840" y="2148840"/>
            <a:ext cx="323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93.04 เทียบ 75.11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90560" y="3246120"/>
            <a:ext cx="313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ช่องว่างชุดทดสอบที่ต้องตรวจสอบโดยตรง — ไม่ใช่ข้อกล่าวอ้างประสิทธิภาพ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ระดับพิกเซลน้ำหนักเบา เมื่อประเมินอย่างรัดกุมแล้ว ไม่สามารถทดแทนการ augment แบบเรียนรู้ที่คำนึงถึง distribution ได้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การตรวจจับเลนกลางคืน</dc:title>
  <dc:subject>PptxGenJS Presentation</dc:subject>
  <dc:creator>Independent evaluation project</dc:creator>
  <cp:lastModifiedBy>Independent evaluation project</cp:lastModifiedBy>
  <cp:revision>1</cp:revision>
  <dcterms:created xsi:type="dcterms:W3CDTF">2026-09-23T12:34:53Z</dcterms:created>
  <dcterms:modified xsi:type="dcterms:W3CDTF">2026-09-23T12:34:53Z</dcterms:modified>
</cp:coreProperties>
</file>