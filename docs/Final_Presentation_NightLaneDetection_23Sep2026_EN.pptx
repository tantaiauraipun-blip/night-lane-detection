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Real-World Night Detection, CLRNet-ResNet18 (F1@50)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Trained on CULane only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Snow</c:v>
                  </c:pt>
                  <c:pt idx="1">
                    <c:v>Rain</c:v>
                  </c:pt>
                  <c:pt idx="2">
                    <c:v>Fog</c:v>
                  </c:pt>
                  <c:pt idx="3">
                    <c:v>Night</c:v>
                  </c:pt>
                  <c:pt idx="4">
                    <c:v>Dusk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35.41</c:v>
                </c:pt>
                <c:pt idx="1">
                  <c:v>74.78</c:v>
                </c:pt>
                <c:pt idx="2">
                  <c:v>50</c:v>
                </c:pt>
                <c:pt idx="3">
                  <c:v>22.47</c:v>
                </c:pt>
                <c:pt idx="4">
                  <c:v>20.77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Trained w/ HG-Lane augmentation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Snow</c:v>
                  </c:pt>
                  <c:pt idx="1">
                    <c:v>Rain</c:v>
                  </c:pt>
                  <c:pt idx="2">
                    <c:v>Fog</c:v>
                  </c:pt>
                  <c:pt idx="3">
                    <c:v>Night</c:v>
                  </c:pt>
                  <c:pt idx="4">
                    <c:v>Dusk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55.65</c:v>
                </c:pt>
                <c:pt idx="1">
                  <c:v>77.58</c:v>
                </c:pt>
                <c:pt idx="2">
                  <c:v>65.57</c:v>
                </c:pt>
                <c:pt idx="3">
                  <c:v>60.02</c:v>
                </c:pt>
                <c:pt idx="4">
                  <c:v>69.31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4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4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4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4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State the project's scope: an independent, rigorous evaluation of a lightweight enhancement pipeline for nighttime lane detection, and a comparison against two published papers.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motivation: night driving degrades the visual cues detectors rely on. Enhancement is a tempting, low-cost fix. This project tests it rigorously.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detector (CLRNet-ResNet18), dataset (CULane), and the two-metric evaluation protocol used throughout: a fast proxy metric and the official metric with significance testing for final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4-step enhancement pipeline: rough pre-brighten, classical lane candidate detection, targeted re-enhancement, and a debug overlay used only for inspection. The photo shows a real debug-overlay frame — the fitted lane-candidate path used to place the enhancement 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iterations, each fixing a failure mode found by manually inspecting the debug overlays: guardrail mistracking, then shadow/glare mistracking, then a sign-flipped gamma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enhancement versions score below the unenhanced baseline — and the most bug-free version (v3) scores worst of all. This points to a structural, not implementation,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critical audit: the original 500-image night test set was found to be 100% contained in the training set. A new, verified-clean 1,000-image held-out set was built to fix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enhancing only at test time, fine-tune the detector itself on enhanced training images, in two regimes: a short conservative run and an extended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internal proxy metric seemed to show a reversal after 3 epochs of fine-tuning, then flipped back at 8 epochs. Paired bootstrap testing shows none of this is statistically significant.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official metric with significance testing: the original checkpoint shows real, significant harm (p≈0.002). Fine-tuning neutralizes this to insignificance — but enhancement never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representative cases: one where enhancement measurably degrades a perfect detection, and one that looks hard to a human but is detected perfectly either way — human and model difficulty don't always 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project's F1 (93.04) looks much higher than CLRNet's own published Night result (75.11) — but they're measured on different test sets. This is a gap to verify, not a win to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HG-Lane's own baseline shows real-world night photos are far harder than CULane's official Night category — context for why this project's held-out score looks high.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honest limitations: proxy-metric fragility, leakage risk, held-out set representativeness, and small absolute effect sizes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headline takeaways, then the closing line: lightweight pixel-level enhancement is not a reliable substitute for learned, distribution-aware augmentation.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6675120"/>
            <a:ext cx="2377440" cy="-3749040"/>
          </a:xfrm>
          <a:prstGeom prst="line">
            <a:avLst/>
          </a:prstGeom>
          <a:noFill/>
          <a:ln w="38100">
            <a:solidFill>
              <a:srgbClr val="3A46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6675120"/>
            <a:ext cx="2377440" cy="-3749040"/>
          </a:xfrm>
          <a:prstGeom prst="line">
            <a:avLst/>
          </a:prstGeom>
          <a:noFill/>
          <a:ln w="38100">
            <a:solidFill>
              <a:srgbClr val="3A46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6611" y="6675120"/>
            <a:ext cx="18288" cy="-3749040"/>
          </a:xfrm>
          <a:prstGeom prst="line">
            <a:avLst/>
          </a:prstGeom>
          <a:noFill/>
          <a:ln w="25400">
            <a:solidFill>
              <a:srgbClr val="F2A93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Nighttime Lane Detection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Enhancement, Fine-Tuning, and Comparison with Published Work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459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contrast, high glare.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Headlight glare and wet-road reflections degrade the visual cues lane detectors rely on at night.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5603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tempting fix.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the image itself, rather than retrain or redesign the detector.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4747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question.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lightweight enhancement pipeline actually help CLRNet-ResNet18 on CULane — tested with real rigor?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FFF3D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617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test-set integrity  ·  Official evaluation protocol  ·  Statistical significance testing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Detector, Dataset, and Evaluation Protocol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EAF1F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CLRNet with a ResNet-18 backbone [1]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EAF1F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6888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CULane lane-detection benchmark [3], night-category subset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6676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46888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F1@20px for fast iteration. Official IoU@0.5 metric + paired bootstrap significance testing (10,000 resamples) for every final result.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Enhancement Pipeline (4 Steps)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645920"/>
            <a:ext cx="548640" cy="54864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544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8600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Rough pre-brighten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80360"/>
            <a:ext cx="2231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Gamma-brighten a coarse road-shaped ROI, feathered edges.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27248" y="2962656"/>
            <a:ext cx="237744" cy="201168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92024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141B4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645920"/>
            <a:ext cx="548640" cy="54864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28600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detection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2880360"/>
            <a:ext cx="2231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edges + HSV color threshold + Hough transform.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61888" y="2962656"/>
            <a:ext cx="237744" cy="201168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92024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3760" y="1645920"/>
            <a:ext cx="548640" cy="54864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82512" y="228600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re-enhance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382512" y="2880360"/>
            <a:ext cx="2231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brighten (CLAHE + gamma) in a narrow band around detected lanes.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96528" y="2962656"/>
            <a:ext cx="237744" cy="201168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9052560" y="192024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141B4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58400" y="1645920"/>
            <a:ext cx="548640" cy="54864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217152" y="228600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overlay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9217152" y="2880360"/>
            <a:ext cx="2231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inspection only — not used downstream.</a:t>
            </a:r>
            <a:endParaRPr lang="en-US" sz="1150" dirty="0"/>
          </a:p>
        </p:txBody>
      </p:sp>
      <p:pic>
        <p:nvPicPr>
          <p:cNvPr id="27" name="Image 0" descr="/root/.claude/uploads/6d784172-18ee-5e80-8f2a-9bfa0d554879/86fee67b-im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8001" y="4434840"/>
            <a:ext cx="9405518" cy="169164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1378001" y="4434840"/>
            <a:ext cx="9405518" cy="1691640"/>
          </a:xfrm>
          <a:prstGeom prst="rect">
            <a:avLst/>
          </a:prstGeom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debug-overlay output (Steps 2–4): the fitted lane-candidate path — green points, red line — used to place the enhancement band.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Iterations, Diagnosed by Debug Inspection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05200" cy="26517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6920" y="1645920"/>
            <a:ext cx="548640" cy="54864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269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86000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Full-frame pre-brighten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80360"/>
            <a:ext cx="31760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lines lock onto guardrails instead of lane paint.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72128" y="3145536"/>
            <a:ext cx="237744" cy="201168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328160" y="1920240"/>
            <a:ext cx="3505200" cy="2651760"/>
          </a:xfrm>
          <a:prstGeom prst="roundRect">
            <a:avLst>
              <a:gd name="adj" fmla="val 2759"/>
            </a:avLst>
          </a:prstGeom>
          <a:solidFill>
            <a:srgbClr val="141B4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06440" y="1645920"/>
            <a:ext cx="548640" cy="54864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064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92752" y="2286000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ROI-limited pre-brighten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492752" y="2880360"/>
            <a:ext cx="31760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issue persists, plus a new failure: shadow / glare edges.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51648" y="3145536"/>
            <a:ext cx="237744" cy="201168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7680" y="1920240"/>
            <a:ext cx="3505200" cy="26517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85960" y="1645920"/>
            <a:ext cx="548640" cy="54864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85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72272" y="2286000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Stricter matching, gamma bug fixed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272272" y="2880360"/>
            <a:ext cx="31760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AND color required. Luminance 42.7 → 112.4.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Enhancement Alone Never Beats Baseline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2860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Image set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proxy F1@20px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baseline (no enhancement)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0.9291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0.9085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0.9187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enhancement v1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0.9265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0.9038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0.9150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enhancement v2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0.9272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0.9056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0.9162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enhancement v3 (most correct)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0.9227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0.8996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0.9110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3D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accurately enhancement is applied, the further the image drifts from CLRNet's training distribution — and the worse it scores.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Original Test Set Was 100% Leaked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856232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/ 500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363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test images were already in the training set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6916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a verified-clean, 1,000-image held-out set from CULane's official test list — zero filename overlap with training.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480560" y="283464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FBE4E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80560" y="2907792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B2C2C"/>
                </a:solidFill>
              </a:rPr>
              <a:t>0.9187
</a:t>
            </a:r>
            <a:pPr algn="ctr" indent="0" marL="0">
              <a:buNone/>
            </a:pPr>
            <a:r>
              <a:rPr lang="en-US" sz="1050" dirty="0">
                <a:solidFill>
                  <a:srgbClr val="9B2C2C"/>
                </a:solidFill>
              </a:rPr>
              <a:t>baseline F1@20px, leaked set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138160" y="283464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E4F3E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38160" y="2907792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6B3C"/>
                </a:solidFill>
              </a:rPr>
              <a:t>0.9004
</a:t>
            </a:r>
            <a:pPr algn="ctr" indent="0" marL="0">
              <a:buNone/>
            </a:pPr>
            <a:r>
              <a:rPr lang="en-US" sz="1050" dirty="0">
                <a:solidFill>
                  <a:srgbClr val="1E6B3C"/>
                </a:solidFill>
              </a:rPr>
              <a:t>baseline F1@20px, clean set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on Enhanced Images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EAF1F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38528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1 — short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45059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 epochs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3464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lr 6e-5 (1/10th of original)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18688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conservative, brief setting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19672" y="1938528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2 — extended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45059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8 epochs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283464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lr 1e-4 (~1/6th of original)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218688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checks whether the effect grows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FF3D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526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labels unchanged — pixel-level enhancement doesn't move lane positions.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Reversal That Wasn't Real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2860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Checkpoint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raw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enhanced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proxy F1@20px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Original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0.9004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0.8988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raw wins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Fine-tuned (3 ep)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0.9019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0.9026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enhanced wins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Fine-tuned_ext (8 ep)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0.9036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0.9027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raw wins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2336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FFF3D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1148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bootstrap testing: none of these differences are statistically significant. The apparent “reversal” is noise, not a real effect.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Official Metric Tells a Different Story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737360"/>
                <a:gridCol w="1737360"/>
                <a:gridCol w="173736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Checkpoint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raw F1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enhanced F1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Enhanced − Raw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Significant?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Original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0.9304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0.9267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−0.0036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Yes, p ≈ 0.002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Fine-tuned (3 ep)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0.9284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0.9276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−0.0007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No, p ≈ 0.489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Fine-tuned_ext (8 ep)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0.9303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0.9292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−0.0011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No, p ≈ 0.334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776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069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NEUTRALIZES the harm from enhancement — it does not REVERSE it into a proven benefit.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Effect Actually Show Up?</a:t>
            </a:r>
            <a:endParaRPr lang="en-US" sz="2700" dirty="0"/>
          </a:p>
        </p:txBody>
      </p:sp>
      <p:pic>
        <p:nvPicPr>
          <p:cNvPr id="4" name="Image 0" descr="/root/.claude/uploads/6d784172-18ee-5e80-8f2a-9bfa0d554879/78141e49-im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349240" cy="96209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681166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night_4067.jpg — original checkpoint. Enhancement loses a matched lane (TP=4 → TP=3, one spurious lane appears).</a:t>
            </a:r>
            <a:endParaRPr lang="en-US" sz="1150" dirty="0"/>
          </a:p>
        </p:txBody>
      </p:sp>
      <p:pic>
        <p:nvPicPr>
          <p:cNvPr id="6" name="Image 1" descr="/root/.claude/uploads/6d784172-18ee-5e80-8f2a-9bfa0d554879/241562b7-imag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45920"/>
            <a:ext cx="5349240" cy="96209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63640" y="2681166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night_4000.jpg — looks visually difficult, but both raw and enhanced detect all 4 lanes perfectly.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48640" y="3796734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FFF3D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388817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19 of 1,000 held-out images (1.9%) differ at all — a 16:3 asymmetry drives the significant net effect.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Versus CLRNet [1] — an 18-Point Gap to Explain</a:t>
            </a:r>
            <a:endParaRPr lang="en-US" sz="2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572000"/>
                <a:gridCol w="22860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Test set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Night F1@50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CLRNet — published Table 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Official CULane Night, full test split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75.11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This project — original checkpoint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Custom held-out subset (1,000 imgs)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43B"/>
                          </a:solidFill>
                        </a:rPr>
                        <a:t>93.04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31920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FFF3D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023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test sets — this is NOT an apples-to-apples win. It needs direct verification against CULane's official Night split, which has not yet been done.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Versus HG-Lane [2] — Real-World Night Is Much Harder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5836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60920" y="1691640"/>
            <a:ext cx="4251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CLRNet trained on CULane alone scores just 22.47 on real night photos — far below CULane's official Night category (75.11) or this project's held-out score (93.04).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360920" y="4206240"/>
            <a:ext cx="4251960" cy="1143000"/>
          </a:xfrm>
          <a:prstGeom prst="roundRect">
            <a:avLst>
              <a:gd name="adj" fmla="val 5600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35240" y="429768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enhancement is not a substitute for learned, distribution-aware augmentation.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Lessons Learned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72100" cy="2148840"/>
          </a:xfrm>
          <a:prstGeom prst="roundRect">
            <a:avLst>
              <a:gd name="adj" fmla="val 3404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37944"/>
            <a:ext cx="445770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metrics can hide or invert small real effects — always check against the official metric with significance testing.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0780" y="1691640"/>
            <a:ext cx="5372100" cy="2148840"/>
          </a:xfrm>
          <a:prstGeom prst="roundRect">
            <a:avLst>
              <a:gd name="adj" fmla="val 3404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1948" y="18928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1948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26580" y="1837944"/>
            <a:ext cx="445770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leakage is easy to introduce and easy to miss — caught only by an explicit filename-overlap check.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372100" cy="2148840"/>
          </a:xfrm>
          <a:prstGeom prst="roundRect">
            <a:avLst>
              <a:gd name="adj" fmla="val 3404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43159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61104"/>
            <a:ext cx="445770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verified-clean held-out set is not automatically representative — this project's F1 sits far above published Night baselines.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40780" y="4114800"/>
            <a:ext cx="5372100" cy="2148840"/>
          </a:xfrm>
          <a:prstGeom prst="roundRect">
            <a:avLst>
              <a:gd name="adj" fmla="val 3404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1948" y="43159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1948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26580" y="4261104"/>
            <a:ext cx="445770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measured enhancement effect is under 0.004 F1 — small effects need rigor, not raw numbers.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05200" cy="2651760"/>
          </a:xfrm>
          <a:prstGeom prst="roundRect">
            <a:avLst>
              <a:gd name="adj" fmla="val 2759"/>
            </a:avLst>
          </a:prstGeom>
          <a:solidFill>
            <a:srgbClr val="EAF1F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148840"/>
            <a:ext cx="323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≈ 0.002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313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significantly hurts the original (non-fine-tuned) checkpoint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8160" y="1920240"/>
            <a:ext cx="3505200" cy="2651760"/>
          </a:xfrm>
          <a:prstGeom prst="roundRect">
            <a:avLst>
              <a:gd name="adj" fmla="val 2759"/>
            </a:avLst>
          </a:prstGeom>
          <a:solidFill>
            <a:srgbClr val="EAF1F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65320" y="2148840"/>
            <a:ext cx="323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Neutralized,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reversed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11040" y="3246120"/>
            <a:ext cx="313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removes the harm but never proves a net benefit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7680" y="1920240"/>
            <a:ext cx="3505200" cy="2651760"/>
          </a:xfrm>
          <a:prstGeom prst="roundRect">
            <a:avLst>
              <a:gd name="adj" fmla="val 2759"/>
            </a:avLst>
          </a:prstGeom>
          <a:solidFill>
            <a:srgbClr val="EAF1F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44840" y="2148840"/>
            <a:ext cx="323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93.04 vs 75.11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290560" y="3246120"/>
            <a:ext cx="313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test-set gap to verify directly — not a performance claim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46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pixel-level enhancement, evaluated rigorously, is not a substitute for learned, distribution-aware augmentation.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Nighttime Lane Detection</dc:title>
  <dc:subject>PptxGenJS Presentation</dc:subject>
  <dc:creator>Independent evaluation project</dc:creator>
  <cp:lastModifiedBy>Independent evaluation project</cp:lastModifiedBy>
  <cp:revision>1</cp:revision>
  <dcterms:created xsi:type="dcterms:W3CDTF">2026-09-23T12:34:53Z</dcterms:created>
  <dcterms:modified xsi:type="dcterms:W3CDTF">2026-09-23T12:34:53Z</dcterms:modified>
</cp:coreProperties>
</file>